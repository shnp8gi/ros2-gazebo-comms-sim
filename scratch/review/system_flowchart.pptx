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57784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28346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Learning Phase（学習相）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55778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89320" y="228600"/>
            <a:ext cx="597103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283464"/>
            <a:ext cx="5971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Operation Phase（運用相）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89320" y="731520"/>
            <a:ext cx="597103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914400"/>
            <a:ext cx="2286000" cy="594360"/>
          </a:xfrm>
          <a:prstGeom prst="roundRect">
            <a:avLst>
              <a:gd name="adj" fmla="val 7692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914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走行軌跡・車両位置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286000" cy="594360"/>
          </a:xfrm>
          <a:prstGeom prst="roundRect">
            <a:avLst>
              <a:gd name="adj" fmla="val 7692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914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受信電力レポート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（20 Hz）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1560" y="196596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1965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地図の鍵の決定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（RSU × 走行方向 × 車載アンテナ）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0" y="150876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150876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1737360"/>
            <a:ext cx="25603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173736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5800" y="301752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基底行列 Φ の構成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（RBF 40 個）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46120" y="301752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4612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残差 ν の算出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ν = Z − Φα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017520" y="2606040"/>
            <a:ext cx="0" cy="1828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2788920"/>
            <a:ext cx="25603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278892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389120" y="278892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85800" y="406908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KF 更新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式 (19)–(23)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46120" y="406908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4612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遮蔽リスク地図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σν²(s) の更新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828800" y="3657600"/>
            <a:ext cx="0" cy="4114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389120" y="3657600"/>
            <a:ext cx="0" cy="4114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51560" y="5138928"/>
            <a:ext cx="3931920" cy="566928"/>
          </a:xfrm>
          <a:prstGeom prst="flowChartMagneticDisk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1560" y="51389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電波地図 32 枚（α, P, σν²）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828800" y="4709160"/>
            <a:ext cx="0" cy="21031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4709160"/>
            <a:ext cx="0" cy="21031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0" y="4919472"/>
            <a:ext cx="25603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17520" y="4919472"/>
            <a:ext cx="0" cy="21945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02920" y="5422392"/>
            <a:ext cx="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2286000"/>
            <a:ext cx="0" cy="31363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>
            <a:off x="502920" y="2286000"/>
            <a:ext cx="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292608" y="57972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30 走行反復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86600" y="868680"/>
            <a:ext cx="3108960" cy="594360"/>
          </a:xfrm>
          <a:prstGeom prst="roundRect">
            <a:avLst>
              <a:gd name="adj" fmla="val 7692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086600" y="868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各車両アンテナの現在位置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720840" y="1627632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20840" y="1627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予測（式 25）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予測値 μ と不確かさ σ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641080" y="1463040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720840" y="256032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720840" y="25603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慎重な評価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LCB = μ − κσ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41080" y="2286000"/>
            <a:ext cx="0" cy="2743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360920" y="3493008"/>
            <a:ext cx="2560320" cy="1051560"/>
          </a:xfrm>
          <a:prstGeom prst="flowChartDecision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60920" y="349300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接続可否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μ ≥ −78.5 dBm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41080" y="3218688"/>
            <a:ext cx="0" cy="2743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0287000" y="3785616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287000" y="378561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候補除外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9921240" y="4018788"/>
            <a:ext cx="3657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9930384" y="37490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否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537960" y="48006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537960" y="48006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ハンガリアン法で LCB 総和を最大化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（継続 RSU に +3 dB の加点）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641080" y="4544568"/>
            <a:ext cx="0" cy="25603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8705088" y="457200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可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720840" y="5742432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720840" y="57424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割当・切替（ハンドオーバー）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8641080" y="5458968"/>
            <a:ext cx="0" cy="28346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983480" y="5422392"/>
            <a:ext cx="88696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5870448" y="1956816"/>
            <a:ext cx="0" cy="3465576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5870448" y="1956816"/>
            <a:ext cx="85039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0561320" y="6039612"/>
            <a:ext cx="12161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11777472" y="1956816"/>
            <a:ext cx="0" cy="4082796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10561320" y="1956816"/>
            <a:ext cx="12161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triangle"/>
          </a:ln>
        </p:spPr>
      </p:sp>
      <p:sp>
        <p:nvSpPr>
          <p:cNvPr id="70" name="Text 68"/>
          <p:cNvSpPr txBox="1"/>
          <p:nvPr/>
        </p:nvSpPr>
        <p:spPr>
          <a:xfrm>
            <a:off x="320040" y="61996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S Mincho" pitchFamily="34" charset="0"/>
                <a:ea typeface="MS Mincho" pitchFamily="34" charset="-122"/>
                <a:cs typeface="MS Mincho" pitchFamily="34" charset="-120"/>
              </a:rPr>
              <a:t>破線：学習済み地図の受け渡しと，割当中ペアの観測による走行内の逐次更新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2026-08-26T08:32:22Z</dcterms:created>
  <dcterms:modified xsi:type="dcterms:W3CDTF">2026-08-26T08:32:22Z</dcterms:modified>
</cp:coreProperties>
</file>